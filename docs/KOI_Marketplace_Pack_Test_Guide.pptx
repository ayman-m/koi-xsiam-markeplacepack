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pack ships content only. The integration comes from the Marketplace KOI pack and must be installed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E8551F">
              <a:alpha val="10000"/>
            </a:srgbClr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CONTENT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Guide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tests for the content built on the Marketplace KOI integration — with the setup each one needs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anyone comfortable in the Cortex XSIAM console. No content development required.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1.3.0  ·  requires the Marketplace KOI pack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this extension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0020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modeling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KOI events and map them to the Cortex Data Model. The Marketplace pack ships none.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37744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2313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view of KOI alert activity.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15468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fields, type &amp; layout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KOI fields written onto each alert and shown in a purpose-built layout.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93192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3867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investigation playbooks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playbooks: triage, item and device investigation, enrichment, gated response.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70916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43584" y="4645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playbooks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6634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playbooks: MCP server audit, hunt sweep, and its investigation sub-playbook.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48640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43584" y="5422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 playbooks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544068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playbooks plus the KoiScanTracker automation — run KOI scripts fleet-wide.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itself is NOT in this pack — it comes from the Marketplace KOI pack, which must be installed first.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laid out the same way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5200" cy="2286000"/>
          </a:xfrm>
          <a:prstGeom prst="roundRect">
            <a:avLst>
              <a:gd name="adj" fmla="val 2000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items that must be on the tenant for this test — playbooks, automations, rules, Lists. Useful if you upload the pack piece by piece rather than in one go.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8160" y="1463040"/>
            <a:ext cx="3505200" cy="2286000"/>
          </a:xfrm>
          <a:prstGeom prst="roundRect">
            <a:avLst>
              <a:gd name="adj" fmla="val 20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2480" y="16916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02480" y="205740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configure yourself: integration instances, an endpoint group, a script in Action Center, the configuration List.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7680" y="1463040"/>
            <a:ext cx="3505200" cy="2286000"/>
          </a:xfrm>
          <a:prstGeom prst="roundRect">
            <a:avLst>
              <a:gd name="adj" fmla="val 2000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0" y="16916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 +  WHAT TO EXPECT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82000" y="205740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click, in order, in the Cortex XSIAM console — and what a passing test looks like. Anything to paste is shown in monospace.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11064240" cy="1874520"/>
          </a:xfrm>
          <a:prstGeom prst="roundRect">
            <a:avLst>
              <a:gd name="adj" fmla="val 2439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the pack, or uploading piece by piece?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434840"/>
            <a:ext cx="10442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whole pack and every playbook, automation, rule and the Koi Script Runner List are already on the tenant — nothing to upload. If you upload selectively instead, the PACK CONTENT column on each test is your upload checklist for that test.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them in order the first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5349240"/>
            <a:ext cx="10442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 to 3 prove data is arriving and correct. Tests 4 to 7 prove the automation. Tests 8 and 9 prove fleet script execution — the only ones needing the Core REST API integration. Test 10 is the alert layout. Nothing here needs a Cortex XDR integration: XSIAM is the XDR, and its XQL engine is built in.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lists its own prerequisites — set those up first and the test runs straight through.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this pack depends on, and where to set it up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40480" y="1325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XSIAM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0" y="1325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07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KOI pack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0" y="1700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→ search KOI → 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1700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it holds the 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21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API key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21214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console → Settings → API Access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2121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1-7, 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50592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542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integration instance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Data Sources → Add → KOI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2542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1-7,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71216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62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egress IP KOI accepts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0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instance on a Cortex engine if needed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962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1-7, 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REST API instance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3383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Data Sources → Add → Core REST 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8-9 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712464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039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script in Action Center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0" y="3803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 → Scripts Library → upload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3803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8-9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133088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224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group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→ tag agents, then Endpoint Groups → dynamic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224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8-9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553712"/>
            <a:ext cx="11064240" cy="365760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645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"Koi Script Runner" JSON List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0" y="4645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Object Setup → Lists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645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8-9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" y="576072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5760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43584" y="56509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set up before anything else. The Marketplace KOI pack must be installed first — this extension ships content only, no integration. The Core REST API instance is needed for tests 8 and 9, where the Script Runner reads endpoint groups through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authorisation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758952"/>
          </a:xfrm>
          <a:prstGeom prst="roundRect">
            <a:avLst>
              <a:gd name="adj" fmla="val 6024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integration (from the Marketplace KOI pack)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KOI pack installed (it holds the integration)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KOI API key from the KOI console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6400800" cy="2432304"/>
          </a:xfrm>
          <a:prstGeom prst="roundRect">
            <a:avLst>
              <a:gd name="adj" fmla="val 188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" y="275234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Data Sources → Add an instance → search KOI.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" y="308152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URL:  https://api.prod.koi.security/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34107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34107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API key, click Test, then Save.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7398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73989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CLI on any incident and run: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40690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406908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!koi-inventory-list limit=5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2221992"/>
            <a:ext cx="4297680" cy="2432304"/>
          </a:xfrm>
          <a:prstGeom prst="roundRect">
            <a:avLst>
              <a:gd name="adj" fmla="val 1880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609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18704" y="27523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returns Success.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2609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308152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returns a table of inventory items.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collection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758952"/>
          </a:xfrm>
          <a:prstGeom prst="roundRect">
            <a:avLst>
              <a:gd name="adj" fmla="val 6024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integration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KoiContentExtension Parsing Rule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passing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events enabled on the KOI instance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221992"/>
            <a:ext cx="6400800" cy="2432304"/>
          </a:xfrm>
          <a:prstGeom prst="roundRect">
            <a:avLst>
              <a:gd name="adj" fmla="val 188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" y="275234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KOI instance and tick Fetch events, then Save.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953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308152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two collection cycles.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4107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4107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Query Builder and run: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7398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73989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koi_koi_raw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" y="40690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406908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comp count() as rows by source_log_type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2221992"/>
            <a:ext cx="4297680" cy="2432304"/>
          </a:xfrm>
          <a:prstGeom prst="roundRect">
            <a:avLst>
              <a:gd name="adj" fmla="val 1880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27523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appear under Alerts, Audit, or both.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08152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grow between cycles.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34107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34107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such as item_id and marketplace are populated — this pack's parsing rule does that.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alerts correctly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758952"/>
          </a:xfrm>
          <a:prstGeom prst="roundRect">
            <a:avLst>
              <a:gd name="adj" fmla="val 6024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KoiContentExtension Parsing Rule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alerts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passing — events present in koi_koi_raw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6400800" cy="2619756"/>
          </a:xfrm>
          <a:prstGeom prst="roundRect">
            <a:avLst>
              <a:gd name="adj" fmla="val 1745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" y="275234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Query Builder run: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" y="308152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koi_koi_raw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34107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34107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source_log_type = "Alerts"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37398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73989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comp count() as rows, count_distinct(koi_notification_id) as real_alerts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" y="425653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425653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the KOI Alerts Dashboard and compare.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2221992"/>
            <a:ext cx="4297680" cy="2619756"/>
          </a:xfrm>
          <a:prstGeom prst="roundRect">
            <a:avLst>
              <a:gd name="adj" fmla="val 1745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6096" y="27523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18704" y="27523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is far larger than real_alerts.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26096" y="30815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30815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alert counts match real_alerts, not rows.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59816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5981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stay stable as fetches repeat.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982980"/>
          </a:xfrm>
          <a:prstGeom prst="roundRect">
            <a:avLst>
              <a:gd name="adj" fmla="val 4651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Alert Triage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Extract Alert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KOI incident fields + incident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passing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KOI alert in XSIAM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46020"/>
            <a:ext cx="6400800" cy="2665476"/>
          </a:xfrm>
          <a:prstGeom prst="roundRect">
            <a:avLst>
              <a:gd name="adj" fmla="val 1715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289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297637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KOI alert.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30555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triage playbook, or run: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6347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63474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!setPlaybook playbookId="KOI Ext IR - Alert Triage"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" y="39639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396392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Work Plan, then read the War Room.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446020"/>
            <a:ext cx="4297680" cy="2665476"/>
          </a:xfrm>
          <a:prstGeom prst="roundRect">
            <a:avLst>
              <a:gd name="adj" fmla="val 1715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26289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297637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extracted from the alert payload.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30555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is posted: Malicious, Suspicious or Benign.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382219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3822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auto-closes; critical and high escalate.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26096" y="43388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18704" y="43388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 KOI alert fields are written onto the alert.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and device investigation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170432"/>
          </a:xfrm>
          <a:prstGeom prst="roundRect">
            <a:avLst>
              <a:gd name="adj" fmla="val 3906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Investigate Item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Investigate Device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Enrich Item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passing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id and its marketplace, and a hostname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02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the XQL engine XSIAM uses for execution evidence is built 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33472"/>
            <a:ext cx="6400800" cy="2852928"/>
          </a:xfrm>
          <a:prstGeom prst="roundRect">
            <a:avLst>
              <a:gd name="adj" fmla="val 160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" y="31638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16382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Playbooks → KOI Ext IR - Investigate Item → Run.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4930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49300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item_id and marketplace.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382219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38221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KOI Ext IR - Investigate Device and a hostname.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633472"/>
            <a:ext cx="4297680" cy="2852928"/>
          </a:xfrm>
          <a:prstGeom prst="roundRect">
            <a:avLst>
              <a:gd name="adj" fmla="val 1603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31638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31638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investigation summary with organisation exposure.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68046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6804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governance counts — on blocklist AND on allowlist.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41970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419709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view lists what KOI inventoried on that host.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26096" y="471373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18704" y="471373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Cortex XDR present, execution evidence is added.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response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982980"/>
          </a:xfrm>
          <a:prstGeom prst="roundRect">
            <a:avLst>
              <a:gd name="adj" fmla="val 4651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Block and Remediate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IR - Investigate Item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passing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id and marketplace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approve a task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46020"/>
            <a:ext cx="6400800" cy="2478024"/>
          </a:xfrm>
          <a:prstGeom prst="roundRect">
            <a:avLst>
              <a:gd name="adj" fmla="val 1845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289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297637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Playbooks → KOI Ext IR - Block and Remediate → Run.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30555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item_id and marketplace.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6347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63474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pending approval task and read it.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39639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396392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or leave it pending.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446020"/>
            <a:ext cx="4297680" cy="2478024"/>
          </a:xfrm>
          <a:prstGeom prst="roundRect">
            <a:avLst>
              <a:gd name="adj" fmla="val 1845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26289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297637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PARKS on an approval task and waits.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30555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shows the investigation and governance state.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382219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3822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blocklist until a human approves.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26096" y="43388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18704" y="433882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already blocked short-circuits.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hunting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982980"/>
          </a:xfrm>
          <a:prstGeom prst="roundRect">
            <a:avLst>
              <a:gd name="adj" fmla="val 4651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Hunting - MCP Server Audit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Hunting - Hunt Sweep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Hunting - Hunt Match Investigation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passing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6322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the hunt sweep queries xdr_data, which XSIAM holds natively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46020"/>
            <a:ext cx="6400800" cy="2336292"/>
          </a:xfrm>
          <a:prstGeom prst="roundRect">
            <a:avLst>
              <a:gd name="adj" fmla="val 1957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289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297637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Playbooks → KOI Ext Hunting - MCP Server Audit → Run.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30555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KOI Ext Hunting - Hunt Sweep.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6347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63474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set hunt_set and min_risk.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39639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396392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War Room match table.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446020"/>
            <a:ext cx="4297680" cy="2336292"/>
          </a:xfrm>
          <a:prstGeom prst="roundRect">
            <a:avLst>
              <a:gd name="adj" fmla="val 1957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26289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29763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lists MCP servers at or above the threshold.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34930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4930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runs its hunts and investigates what it finds.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40096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40096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candidates are routed to an analyst gate, never blocked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8 AND 9 — PREPARE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Runner: everything this use case needs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943600" cy="2788920"/>
          </a:xfrm>
          <a:prstGeom prst="roundRect">
            <a:avLst>
              <a:gd name="adj" fmla="val 1639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 — all of 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playbooks — import child before parent: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0116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KOI Ext Script Runner - Execute Endpoint Script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2357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KOI Ext Script Runner - Process Config Entry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4597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KOI Ext Script Runner - Refresh Entry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6837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KOI Ext Script Runner - Refresh Job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29077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KOI Ext Script Runner - Scan Job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341985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KoiScanTracker — an automation, not a playbook. Ours, and different from the KOI deployment script opposite. For manual upload use dist/automation-KoiScanTracker.yml (one file).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298448"/>
            <a:ext cx="4754880" cy="2788920"/>
          </a:xfrm>
          <a:prstGeom prst="roundRect">
            <a:avLst>
              <a:gd name="adj" fmla="val 1639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4630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68896" y="17739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61504" y="17739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REST API integration instance — the Refresh job reads endpoint groups through it.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68896" y="22905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61504" y="22905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KOI deployment script in Action Center → Scripts Library. Download it from YOUR KOI console; it is KOI's script, not a Cortex one, and must take no parameters.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68896" y="31821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61504" y="3182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group — tag the agents, then build a dynamic group on that tag.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11064240" cy="2395728"/>
          </a:xfrm>
          <a:prstGeom prst="roundRect">
            <a:avLst>
              <a:gd name="adj" fmla="val 190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389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once, before tests 8 and 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" y="473659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" y="4736592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the whole pack? All of the above is already on the tenant — go straight to test 8.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" y="50657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" y="506577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selectively? Automation → Playbooks → Import for the five playbooks, in the order listed.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9536" y="539496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" y="539496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Scripts → Import for KoiScanTracker — upload dist/automation-KoiScanTracker.yml. One file, code already inside; do not upload the two files under Scripts/.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" y="59115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" y="5911596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Object Setup → Lists → New List, type JSON, named exactly Koi Script Runner. Paste the block from Lists/README.md.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9536" y="62407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" y="6240780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two things in that List: endpoint_groups and script.name. One entry per OS; the rest has working defaults.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 — refresh the tracker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207008"/>
          </a:xfrm>
          <a:prstGeom prst="roundRect">
            <a:avLst>
              <a:gd name="adj" fmla="val 3788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Script Runner - Refresh Job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Script Runner - Refresh Entry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KoiScanTracker  (automation)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20802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080260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Koi Script Runner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previous slide is in 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6400800" cy="2336292"/>
          </a:xfrm>
          <a:prstGeom prst="roundRect">
            <a:avLst>
              <a:gd name="adj" fmla="val 1957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32004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3200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Jobs → New Job, time-triggered, playbook KOI Ext Script Runner - Refresh Job.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7170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71703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Job, then use Run now.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0" y="2670048"/>
            <a:ext cx="4297680" cy="2336292"/>
          </a:xfrm>
          <a:prstGeom prst="roundRect">
            <a:avLst>
              <a:gd name="adj" fmla="val 1957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6096" y="2852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6096" y="32004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18704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tracker List appears under Lists, named as in your entry.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26096" y="37170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18704" y="37170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with one row per endpoint: an id and a last-scan value.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26096" y="42336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42336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adds new endpoints without disturbing existing rows.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 — scan due endpoints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207008"/>
          </a:xfrm>
          <a:prstGeom prst="roundRect">
            <a:avLst>
              <a:gd name="adj" fmla="val 3788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Script Runner - Scan Job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Script Runner - Process Config Entry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Ext Script Runner - Execute Endpoint 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39696" y="20802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080260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KoiScanTracker  (our automation)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 passing — the tracker List has 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6322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agents in the group, matching the entry's endpoint_os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70048"/>
            <a:ext cx="6400800" cy="3557016"/>
          </a:xfrm>
          <a:prstGeom prst="roundRect">
            <a:avLst>
              <a:gd name="adj" fmla="val 1285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" y="32004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200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Jobs → New Job → time-triggered → playbook KOI Ext Script Runner - Scan Job.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7170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71703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Job, then Run now.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404622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" y="404622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run, then check Action Center.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" y="437540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" y="437540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 second time immediately.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670048"/>
            <a:ext cx="4297680" cy="3557016"/>
          </a:xfrm>
          <a:prstGeom prst="roundRect">
            <a:avLst>
              <a:gd name="adj" fmla="val 1285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2852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26096" y="32004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is dispatched to due, connected endpoints.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37170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18704" y="37170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endpoints get a last-scan timestamp in the tracker.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26096" y="42336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18704" y="42336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 wrong-OS endpoints stay due and retry later.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26096" y="47503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18704" y="47503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run does nothing — all inside the rescan interval.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26096" y="52669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918704" y="5266944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SKIPPED entry means nothing was due; a STILL RUNNING entry means Action Center is finishing on its own. Both are normal and send no email.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fields and layout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982980"/>
          </a:xfrm>
          <a:prstGeom prst="roundRect">
            <a:avLst>
              <a:gd name="adj" fmla="val 4651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396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KOI incident fields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Supply Chain Alert incident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9696" y="18562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layout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0296" y="14081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408176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passing — triage has run on an alert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16322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1632204"/>
            <a:ext cx="4343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type and layout installed with this pack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46020"/>
            <a:ext cx="6400800" cy="2336292"/>
          </a:xfrm>
          <a:prstGeom prst="roundRect">
            <a:avLst>
              <a:gd name="adj" fmla="val 1957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289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" y="297637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alert that triage has processed.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" y="33055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" y="330555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its type is KOI Supply Chain Alert.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6347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" y="363474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KOI Alert tab.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2446020"/>
            <a:ext cx="4297680" cy="2336292"/>
          </a:xfrm>
          <a:prstGeom prst="roundRect">
            <a:avLst>
              <a:gd name="adj" fmla="val 1957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6289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6096" y="297637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18704" y="29763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KOI fields are populated on the alert itself.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26096" y="34930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18704" y="34930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grouped: item, risk and verdict, affected host, governance, summary.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26096" y="400964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18704" y="40096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sees the picture without opening the War Room.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3108960"/>
            <a:ext cx="4389120" cy="4389120"/>
          </a:xfrm>
          <a:prstGeom prst="ellipse">
            <a:avLst/>
          </a:prstGeom>
          <a:solidFill>
            <a:srgbClr val="3FB950">
              <a:alpha val="7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evidence per test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0934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6276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returns Success; inventory returns rows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34086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25296" y="235915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koi_koi_raw grows; promoted fields are populated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07238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309067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alerts far below raw rows; dashboard matches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8039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25296" y="382219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is reached; low risk auto-closes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53542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5296" y="455371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shows exposure and both governance counts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46304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160934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0296" y="16276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parks on approval; blocklist untouched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19456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234086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0296" y="235915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audit returns servers; hunt sweep completes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292608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4808" y="307238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0296" y="309067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List is created and fills with endpoints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365760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4808" y="38039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0296" y="382219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marks only due, connected endpoints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389120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4808" y="453542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40296" y="455371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KOI fields populated on the alert layout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5596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green — the extension is ready for production use.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the custom KOI integration instead? See the deployment comparison for what differs.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KOI Content Extension — Test Guide</dc:title>
  <dc:subject>PptxGenJS Presentation</dc:subject>
  <dc:creator>Cortex XSIAM</dc:creator>
  <cp:lastModifiedBy>Cortex XSIAM</cp:lastModifiedBy>
  <cp:revision>1</cp:revision>
  <dcterms:created xsi:type="dcterms:W3CDTF">2026-07-26T07:35:13Z</dcterms:created>
  <dcterms:modified xsi:type="dcterms:W3CDTF">2026-07-26T07:35:13Z</dcterms:modified>
</cp:coreProperties>
</file>