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pack ships content only. The integration comes from the Marketplace KOI pack and must be installed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EXTENSION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tests for the content built on the Marketplace KOI integration — with the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1.3.0  ·  requires the Marketplace KOI pack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this extension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6002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 The Marketplace pack ships none.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37744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3134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1546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fields, type &amp;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written onto each alert and shown in a purpose-built layout.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9319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67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playbooks: triage, item and device investigation, enrichment,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70916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6634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playbooks: MCP server audit, hunt sweep, and its investigation sub-playbook.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4864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486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54223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itself is NOT in this pack — it comes from the Marketplace KOI pack, which must be installed first.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tenant setup this test depends on. If something here is missing the test cannot pass, and it will look like a product fault when it is not.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console. Anything to paste is shown in monospace.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passing test looks like. Where a result commonly looks wrong but is correct, it says so.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3 prove data is arriving and correct. Tests 4 to 7 prove the automation. Tests 8 and 9 prove fleet script execution — the only ones needing the Core REST API integration. Test 10 is the alert layout.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that fails on a missing prerequisite is not a product defect — check the amber panel first.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this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325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0934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17007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→ search KOI →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17007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it holds the integration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21214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5420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7121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832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XDR integration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Cortex XDR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3383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5, 7 enrichment lanes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1246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803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38039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38039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 only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2245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55371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6451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→ Endpoint Groups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497433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506577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0" y="50657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0" y="506577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are easy to miss. The Marketplace KOI pack must be installed first — this extension ships no integration. And the Core REST API instance: without it the Script Runner's tracker stays empty and every scan run does nothing, which looks exactly like a broken playbook.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installed (it holds the integration)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from the KOI console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1181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4472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click Test, then Save.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7764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7764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 and run: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41056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1056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8892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11810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inventory items.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49834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83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43584" y="491032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403 here almost always means egress rather than a bad key — KOI restricts its sensitive endpoints by source IP. Run the instance on a Cortex engine whose address KOI accepts. A 401 means the key itself.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events, then Save.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1181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4472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Builder and run: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7764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7764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9536" y="41056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1056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8892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11810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44728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 and marketplace are populated — this pack's parsing rule does that.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8006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" y="49834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4983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43584" y="491032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Marketplace KOI pack ships no parsing or modeling rules. If those promoted fields are missing, this extension is not installed or has not activated yet.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alerts correctly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489204"/>
          </a:xfrm>
          <a:prstGeom prst="roundRect">
            <a:avLst>
              <a:gd name="adj" fmla="val 934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007108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22082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9536" y="2574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574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 run: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2903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903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232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232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" y="35615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56158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count_distinct(koi_notification_id) as real_alerts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782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the KOI Alerts Dashboard and compare.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007108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2208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26096" y="2574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57403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far larger than real_alerts.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903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9032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alert counts match real_alerts, not rows.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4198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4198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773168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495604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43584" y="4882896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greatly exceeding real_alerts is CORRECT — the Marketplace integration re-sends every still-open alert on each fetch. Only koi_notification_id identifies an alert. Every widget here de-duplicates on it first.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1181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4472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Ext IR - Alert Triage"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37764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7764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221992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8892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 from the alert payload.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11810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6347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41513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41513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 KOI alert fields are written onto the alert.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03377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" y="521665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2166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43584" y="514350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comes out Suspicious, the alert carried no KOI detail for the playbook to read. Check that your correlation rule passes the KOI fields through.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918972"/>
          </a:xfrm>
          <a:prstGeom prst="roundRect">
            <a:avLst>
              <a:gd name="adj" fmla="val 497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hostname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184708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50208" y="1847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XDR integration for the execution-evidence lanes (optional)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6876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6380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9536" y="30038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0038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Investigate Item → Run.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3329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3329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6621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6621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Ext IR - Investigate Device and a hostname.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436876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26380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26096" y="30038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300380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organisation exposure.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520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520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4037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40370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view lists what KOI inventoried on that host.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4553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455371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Cortex XDR present, execution evidence is added.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436108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" y="561898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6189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43584" y="5545836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pack builds its device view from inventory filtered by host plus Cortex XDR data. KOI's own device record — last seen, registration, logged-on user — needs the custom integration's device commands and is not available here.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918972"/>
          </a:xfrm>
          <a:prstGeom prst="roundRect">
            <a:avLst>
              <a:gd name="adj" fmla="val 497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184708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50208" y="1847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6876"/>
            <a:ext cx="6400800" cy="2478024"/>
          </a:xfrm>
          <a:prstGeom prst="roundRect">
            <a:avLst>
              <a:gd name="adj" fmla="val 18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6380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9536" y="30038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0038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Block and Remediate → Run.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3329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3329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6621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6621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39913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39913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0" y="2436876"/>
            <a:ext cx="4297680" cy="2478024"/>
          </a:xfrm>
          <a:prstGeom prst="roundRect">
            <a:avLst>
              <a:gd name="adj" fmla="val 18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6380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26096" y="30038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00380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3329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33298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investigation and governance state.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849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8496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43662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43662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061204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24408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6384" y="52440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43584" y="517093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this after any change to the response playbook. If a run ever completes without stopping for approval, stop and investigate before using the pack in production.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XDR integration configured — the hunt sweep queries xdr_data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Hunting - MCP Server Audit → Run.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1181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KOI Ext Hunting - Hunt Sweep.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4472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hunt_set and min_risk.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7764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7764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match 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221992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88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lists MCP servers at or above the threshold.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runs its hunts and investigates what it finds.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candidates are routed to an analyst gate, never blocked automatically.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704588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488746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8874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43584" y="4814316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Cortex XDR integration the sweep reports that the XQL engine is unavailable and stops cleanly — that is a graceful skip, not a failure.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1133856"/>
          </a:xfrm>
          <a:prstGeom prst="roundRect">
            <a:avLst>
              <a:gd name="adj" fmla="val 403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configured  ← the one people miss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script in Action Center → Scripts Library (it must take no parameters)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184708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50208" y="1847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containing your agents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49040" y="2061972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50208" y="20619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 List named exactly "Koi Script Runner"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" y="32186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21868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Koi Script Runner.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7353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735324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entry a script name, endpoint_os, endpoint group, tracker_list and rescan_interval_hours.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4251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25196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Refresh Job.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47685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47685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315200" y="265176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26096" y="32186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21868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7353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7353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4251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42519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4635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6464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6384" y="56464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43584" y="557326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Core REST API instance this test cannot pass — the refresh reads endpoint groups through it, and the tracker simply stays empty.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 passing — the tracker List has rows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Scan Job.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22199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88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 wrong-OS endpoints stay due and retry later.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all inside the rescan interval.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221224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" y="5404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43584" y="533095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means nothing is due right now and sends no email, by design. STILL RUNNING means the script was dispatched and Action Center is finishing on its own. Neither is a failure.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and layout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167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FIRST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50208" y="1417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passing — triage has run on an alert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749040" y="1632204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50208" y="16322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incident type and layout installed with this pack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21992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423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27889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alert that triage has processed.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1181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1181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type is KOI Supply Chain Alert.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4472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4472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KOI Alert tab.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0" y="2221992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2423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26096" y="27889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788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are populated on the alert itself.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grouped: item, risk and verdict, affected host, governance, summary.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sees the picture without opening the War Room.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704588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" y="488746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8874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43584" y="4814316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the extension adds over the Marketplace pack alone. If fields are empty, triage has not run on that alert yet — it is triage that writes them.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prerequisite before the product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996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not offered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508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not installed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0" y="15087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 first — this extension ships no integration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938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on KOI commands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0665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IP not accepted by KOI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0665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KOI accepts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48716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1518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fields missing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0" y="2624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extension not installed or not 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0" y="26243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the pack installed and events arrived after it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1729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triages Suspicious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1821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carried no KOI detail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31821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correlation rule passes KOI fields through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empty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has not run on that alert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0" y="37398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writes them — run it first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16052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288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sweep skips immediately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3360" y="4297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Cortex XDR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0" y="42976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Expected. Configure Cortex XDR to enable the hunts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71830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846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stays empty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23360" y="48554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Core REST API instance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0" y="48554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it — Test 8 cannot pass without 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27608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4041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never fires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023360" y="54132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created disabled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0" y="54132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it and confirm a next-run time is shown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of these eight are tenant setup, not the pack. Check the amber panel on the test before raising a defect.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inventory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grows; promoted fields are populated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rows; dashboard matches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exposure and both governance counts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0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servers; hunt sweep completes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populated on the alert layout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" y="5596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green — the extension is ready for production use.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Considering the custom KOI integration instead? See the deployment comparison for what differs.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Extension — Test Guide</dc:title>
  <dc:subject>PptxGenJS Presentation</dc:subject>
  <dc:creator>Cortex XSIAM</dc:creator>
  <cp:lastModifiedBy>Cortex XSIAM</cp:lastModifiedBy>
  <cp:revision>1</cp:revision>
  <dcterms:created xsi:type="dcterms:W3CDTF">2026-07-26T06:13:33Z</dcterms:created>
  <dcterms:modified xsi:type="dcterms:W3CDTF">2026-07-26T06:13:33Z</dcterms:modified>
</cp:coreProperties>
</file>