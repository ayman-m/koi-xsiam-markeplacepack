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pack ships content only. The integration comes from the Marketplace KOI pack and must be installed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377440"/>
            <a:ext cx="5852160" cy="5852160"/>
          </a:xfrm>
          <a:prstGeom prst="ellipse">
            <a:avLst/>
          </a:prstGeom>
          <a:solidFill>
            <a:srgbClr val="E8551F">
              <a:alpha val="10000"/>
            </a:srgbClr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22860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CONTENT EXTENSION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265176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Guide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548640" y="3611880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tests for the content built on the Marketplace KOI integration — with the setup each one needs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406908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anyone comfortable in the Cortex XSIAM console. No content development required.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 1.3.0  ·  requires the Marketplace KOI pack  · 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ships in this extension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64240" cy="658368"/>
          </a:xfrm>
          <a:prstGeom prst="roundRect">
            <a:avLst>
              <a:gd name="adj" fmla="val 694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600200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6002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43584" y="153619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 &amp; modeling rules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937760" y="155448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Normalise KOI events and map them to the Cortex Data Model. The Marketplace pack ships none.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194560"/>
            <a:ext cx="11064240" cy="658368"/>
          </a:xfrm>
          <a:prstGeom prst="roundRect">
            <a:avLst>
              <a:gd name="adj" fmla="val 694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2377440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2377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43584" y="231343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dashboard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37760" y="233172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Ready-made view of KOI alert activity.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971800"/>
            <a:ext cx="11064240" cy="658368"/>
          </a:xfrm>
          <a:prstGeom prst="roundRect">
            <a:avLst>
              <a:gd name="adj" fmla="val 694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6384" y="3154680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86384" y="3154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43584" y="30906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fields, type &amp; layout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937760" y="310896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KOI fields written onto each alert and shown in a purpose-built layout.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749040"/>
            <a:ext cx="11064240" cy="658368"/>
          </a:xfrm>
          <a:prstGeom prst="roundRect">
            <a:avLst>
              <a:gd name="adj" fmla="val 694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6384" y="3931920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86384" y="3931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243584" y="386791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&amp; investigation playbooks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937760" y="388620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playbooks: triage, item and device investigation, enrichment, gated response.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526280"/>
            <a:ext cx="11064240" cy="658368"/>
          </a:xfrm>
          <a:prstGeom prst="roundRect">
            <a:avLst>
              <a:gd name="adj" fmla="val 694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86384" y="4709160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86384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243584" y="464515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Hunting playbooks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937760" y="466344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playbooks: MCP server audit, hunt sweep, and its investigation sub-playbook.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5303520"/>
            <a:ext cx="11064240" cy="658368"/>
          </a:xfrm>
          <a:prstGeom prst="roundRect">
            <a:avLst>
              <a:gd name="adj" fmla="val 694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86384" y="5486400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86384" y="54864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243584" y="542239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Runner playbooks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937760" y="544068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playbooks plus the KoiScanTracker automation — run KOI scripts fleet-wide.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48640" y="6172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integration itself is NOT in this pack — it comes from the Marketplace KOI pack, which must be installed first.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USE THIS GUIDE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test is laid out the same way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505200" cy="2286000"/>
          </a:xfrm>
          <a:prstGeom prst="roundRect">
            <a:avLst>
              <a:gd name="adj" fmla="val 2000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691640"/>
            <a:ext cx="295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2956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content items that must be on the tenant for this test — playbooks, automations, rules, Lists. Useful if you upload the pack piece by piece rather than in one go.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328160" y="1463040"/>
            <a:ext cx="3505200" cy="2286000"/>
          </a:xfrm>
          <a:prstGeom prst="roundRect">
            <a:avLst>
              <a:gd name="adj" fmla="val 20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02480" y="1691640"/>
            <a:ext cx="295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602480" y="2057400"/>
            <a:ext cx="2956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configure yourself: integration instances, an endpoint group, a script in Action Center, the configuration List.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107680" y="1463040"/>
            <a:ext cx="3505200" cy="2286000"/>
          </a:xfrm>
          <a:prstGeom prst="roundRect">
            <a:avLst>
              <a:gd name="adj" fmla="val 2000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82000" y="1691640"/>
            <a:ext cx="295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 +  WHAT TO EXPECT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382000" y="2057400"/>
            <a:ext cx="2956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click, in order, in the Cortex XSIAM console — and what a passing test looks like. Anything to paste is shown in monospace.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3977640"/>
            <a:ext cx="11064240" cy="1371600"/>
          </a:xfrm>
          <a:prstGeom prst="roundRect">
            <a:avLst>
              <a:gd name="adj" fmla="val 3333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9536" y="4160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them in order the first time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59536" y="4498848"/>
            <a:ext cx="104424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1 to 3 prove data is arriving and correct. Tests 4 to 7 prove the automation. Tests 8 and 9 prove fleet script execution — the only ones needing the Core REST API integration. Test 10 is the alert layout. Nothing here needs a Cortex XDR integration: XSIAM is the XDR, and its XQL engine is built in.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56235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test lists its own prerequisites — set those up first and the test runs straight through.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BEGIN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this pack depends on, and where to set it up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22960" y="132588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3840480" y="132588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in XSIAM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0" y="132588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Needed for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8640" y="1609344"/>
            <a:ext cx="11064240" cy="365760"/>
          </a:xfrm>
          <a:prstGeom prst="roundRect">
            <a:avLst>
              <a:gd name="adj" fmla="val 125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70078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KOI pack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840480" y="170078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→ search KOI → Install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0" y="170078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— it holds the integration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2029968"/>
            <a:ext cx="11064240" cy="365760"/>
          </a:xfrm>
          <a:prstGeom prst="roundRect">
            <a:avLst>
              <a:gd name="adj" fmla="val 125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212140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API key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840480" y="212140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console → Settings → API Access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772400" y="212140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1-7, 10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2450592"/>
            <a:ext cx="11064240" cy="365760"/>
          </a:xfrm>
          <a:prstGeom prst="roundRect">
            <a:avLst>
              <a:gd name="adj" fmla="val 125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254203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integration instance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840480" y="2542032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Data Sources → Add → KOI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72400" y="254203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1-7, 10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2871216"/>
            <a:ext cx="11064240" cy="365760"/>
          </a:xfrm>
          <a:prstGeom prst="roundRect">
            <a:avLst>
              <a:gd name="adj" fmla="val 125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296265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egress IP KOI accepts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840480" y="296265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instance on a Cortex engine if needed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772400" y="2962656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1-7, 10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8640" y="3291840"/>
            <a:ext cx="11064240" cy="365760"/>
          </a:xfrm>
          <a:prstGeom prst="roundRect">
            <a:avLst>
              <a:gd name="adj" fmla="val 125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338328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REST API instance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840480" y="338328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Data Sources → Add → Core REST API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72400" y="338328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8-9 only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48640" y="3712464"/>
            <a:ext cx="11064240" cy="365760"/>
          </a:xfrm>
          <a:prstGeom prst="roundRect">
            <a:avLst>
              <a:gd name="adj" fmla="val 125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380390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script in Action Center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840480" y="380390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Center → Scripts Library → upload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72400" y="38039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8-9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48640" y="4133088"/>
            <a:ext cx="11064240" cy="365760"/>
          </a:xfrm>
          <a:prstGeom prst="roundRect">
            <a:avLst>
              <a:gd name="adj" fmla="val 125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422452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endpoint group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3840480" y="422452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 → tag agents, then Endpoint Groups → dynamic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772400" y="422452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8-9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48640" y="4553712"/>
            <a:ext cx="11064240" cy="365760"/>
          </a:xfrm>
          <a:prstGeom prst="roundRect">
            <a:avLst>
              <a:gd name="adj" fmla="val 125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464515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"Koi Script Runner" JSON List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3840480" y="4645152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Object Setup → Lists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772400" y="464515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8-9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48640" y="5532120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86384" y="5760720"/>
            <a:ext cx="292608" cy="292608"/>
          </a:xfrm>
          <a:prstGeom prst="roundRect">
            <a:avLst>
              <a:gd name="adj" fmla="val 28125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86384" y="5760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1243584" y="565099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 set up before anything else. The Marketplace KOI pack must be installed first — this extension ships content only, no integration. The Core REST API instance is needed for tests 8 and 9, where the Script Runner reads endpoint groups through it.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Connectivity and authorisation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758952"/>
          </a:xfrm>
          <a:prstGeom prst="roundRect">
            <a:avLst>
              <a:gd name="adj" fmla="val 6024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integration (from the Marketplace KOI pack)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KOI pack installed (it holds the integration)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9402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0866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KOI API key from the KOI console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221992"/>
            <a:ext cx="6400800" cy="2432304"/>
          </a:xfrm>
          <a:prstGeom prst="roundRect">
            <a:avLst>
              <a:gd name="adj" fmla="val 188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9536" y="240487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59536" y="27523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152144" y="275234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Data Sources → Add an instance → search KOI.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59536" y="30815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152144" y="308152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 URL:  https://api.prod.koi.security/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59536" y="341071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341071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the API key, click Test, then Save.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59536" y="373989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73989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CLI on any incident and run: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59536" y="406908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406908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!koi-inventory-list limit=5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315200" y="2221992"/>
            <a:ext cx="4297680" cy="2432304"/>
          </a:xfrm>
          <a:prstGeom prst="roundRect">
            <a:avLst>
              <a:gd name="adj" fmla="val 1880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26096" y="240487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626096" y="27523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918704" y="275234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returns Success.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626096" y="30815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918704" y="3081528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command returns a table of inventory items.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collection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758952"/>
          </a:xfrm>
          <a:prstGeom prst="roundRect">
            <a:avLst>
              <a:gd name="adj" fmla="val 6024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integration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KoiContentExtension Parsing Rule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 passing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9402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866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events enabled on the KOI instance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2221992"/>
            <a:ext cx="6400800" cy="2432304"/>
          </a:xfrm>
          <a:prstGeom prst="roundRect">
            <a:avLst>
              <a:gd name="adj" fmla="val 188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9536" y="240487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59536" y="27523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152144" y="275234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the KOI instance and tick Fetch events, then Save.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59536" y="30815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308152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for two collection cycles.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59536" y="341071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41071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Query Builder and run: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59536" y="373989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373989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 = koi_koi_raw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59536" y="406908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152144" y="406908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comp count() as rows by source_log_type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315200" y="2221992"/>
            <a:ext cx="4297680" cy="2432304"/>
          </a:xfrm>
          <a:prstGeom prst="roundRect">
            <a:avLst>
              <a:gd name="adj" fmla="val 1880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626096" y="240487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626096" y="27523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918704" y="275234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appear under Alerts, Audit, or both.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626096" y="30815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18704" y="3081528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 grow between cycles.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626096" y="341071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7918704" y="341071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such as item_id and marketplace are populated — this pack's parsing rule does that.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alerts correctly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758952"/>
          </a:xfrm>
          <a:prstGeom prst="roundRect">
            <a:avLst>
              <a:gd name="adj" fmla="val 6024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KoiContentExtension Parsing Rule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alerts dashboard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2 passing — events present in koi_koi_raw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221992"/>
            <a:ext cx="6400800" cy="2619756"/>
          </a:xfrm>
          <a:prstGeom prst="roundRect">
            <a:avLst>
              <a:gd name="adj" fmla="val 1745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9536" y="240487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59536" y="27523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152144" y="275234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Query Builder run: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59536" y="30815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152144" y="308152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 = koi_koi_raw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59536" y="341071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341071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filter source_log_type = "Alerts"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59536" y="373989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739896"/>
            <a:ext cx="5486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comp count() as rows, count_distinct(koi_notification_id) as real_alerts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59536" y="425653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425653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open the KOI Alerts Dashboard and compare.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0" y="2221992"/>
            <a:ext cx="4297680" cy="2619756"/>
          </a:xfrm>
          <a:prstGeom prst="roundRect">
            <a:avLst>
              <a:gd name="adj" fmla="val 1745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26096" y="240487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626096" y="27523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918704" y="275234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is far larger than real_alerts.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626096" y="30815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918704" y="3081528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alert counts match real_alerts, not rows.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626096" y="359816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18704" y="359816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 stay stable as fetches repeat.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triage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982980"/>
          </a:xfrm>
          <a:prstGeom prst="roundRect">
            <a:avLst>
              <a:gd name="adj" fmla="val 4651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Ext IR - Alert Triage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Ext IR - Extract Alert Context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139696" y="1856232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86000" y="1856232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KOI incident fields + incident type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 passing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9402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0866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KOI alert in XSIAM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2446020"/>
            <a:ext cx="6400800" cy="2665476"/>
          </a:xfrm>
          <a:prstGeom prst="roundRect">
            <a:avLst>
              <a:gd name="adj" fmla="val 1715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9536" y="26289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59536" y="29763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297637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KOI alert.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59536" y="33055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30555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the triage playbook, or run: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59536" y="36347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363474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!setPlaybook playbookId="KOI Ext IR - Alert Triage"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59536" y="39639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152144" y="396392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Work Plan, then read the War Room.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315200" y="2446020"/>
            <a:ext cx="4297680" cy="2665476"/>
          </a:xfrm>
          <a:prstGeom prst="roundRect">
            <a:avLst>
              <a:gd name="adj" fmla="val 1715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626096" y="262890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626096" y="29763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918704" y="2976372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is extracted from the alert payload.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626096" y="33055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18704" y="3305556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verdict is posted: Malicious, Suspicious or Benign.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626096" y="382219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7918704" y="382219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risk auto-closes; critical and high escalate.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7626096" y="43388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7918704" y="4338828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19 KOI alert fields are written onto the alert.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and device investigation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1170432"/>
          </a:xfrm>
          <a:prstGeom prst="roundRect">
            <a:avLst>
              <a:gd name="adj" fmla="val 3906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Ext IR - Investigate Item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Ext IR - Investigate Device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139696" y="1856232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86000" y="1856232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Ext IR - Enrich Item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 passing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9402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0866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item id and its marketplace, and a hostname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940296" y="1856232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086600" y="1856232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else — the XQL engine XSIAM uses for execution evidence is built in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2633472"/>
            <a:ext cx="6400800" cy="2852928"/>
          </a:xfrm>
          <a:prstGeom prst="roundRect">
            <a:avLst>
              <a:gd name="adj" fmla="val 160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9536" y="28163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59536" y="31638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16382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→ Playbooks → KOI Ext IR - Investigate Item → Run.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59536" y="34930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349300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item_id and marketplace.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59536" y="382219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152144" y="382219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with KOI Ext IR - Investigate Device and a hostname.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315200" y="2633472"/>
            <a:ext cx="4297680" cy="2852928"/>
          </a:xfrm>
          <a:prstGeom prst="roundRect">
            <a:avLst>
              <a:gd name="adj" fmla="val 1603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626096" y="281635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626096" y="31638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918704" y="3163824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investigation summary with organisation exposure.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626096" y="368046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18704" y="368046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governance counts — on blocklist AND on allowlist.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626096" y="419709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7918704" y="4197096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device view lists what KOI inventoried on that host.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7626096" y="471373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7918704" y="471373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Cortex XDR present, execution evidence is added.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Gated response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982980"/>
          </a:xfrm>
          <a:prstGeom prst="roundRect">
            <a:avLst>
              <a:gd name="adj" fmla="val 4651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Ext IR - Block and Remediate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Ext IR - Investigate Item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 passing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9402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866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item id and marketplace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940296" y="1856232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086600" y="1856232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 to approve a task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2446020"/>
            <a:ext cx="6400800" cy="2478024"/>
          </a:xfrm>
          <a:prstGeom prst="roundRect">
            <a:avLst>
              <a:gd name="adj" fmla="val 1845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9536" y="26289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59536" y="29763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297637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→ Playbooks → KOI Ext IR - Block and Remediate → Run.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59536" y="33055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30555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item_id and marketplace.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59536" y="36347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363474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pending approval task and read it.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59536" y="39639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152144" y="396392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Approve, or leave it pending.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315200" y="2446020"/>
            <a:ext cx="4297680" cy="2478024"/>
          </a:xfrm>
          <a:prstGeom prst="roundRect">
            <a:avLst>
              <a:gd name="adj" fmla="val 1845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626096" y="262890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626096" y="29763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918704" y="2976372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 PARKS on an approval task and waits.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626096" y="33055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18704" y="3305556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approval shows the investigation and governance state.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626096" y="382219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7918704" y="382219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reaches the blocklist until a human approves.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7626096" y="43388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7918704" y="4338828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item already blocked short-circuits.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7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hunting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982980"/>
          </a:xfrm>
          <a:prstGeom prst="roundRect">
            <a:avLst>
              <a:gd name="adj" fmla="val 4651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Ext Hunting - MCP Server Audit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Ext Hunting - Hunt Sweep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139696" y="1856232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86000" y="1856232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Ext Hunting - Hunt Match Investigation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 passing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9402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086600" y="1632204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else — the hunt sweep queries xdr_data, which XSIAM holds natively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2446020"/>
            <a:ext cx="6400800" cy="2336292"/>
          </a:xfrm>
          <a:prstGeom prst="roundRect">
            <a:avLst>
              <a:gd name="adj" fmla="val 1957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9536" y="26289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59536" y="29763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297637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→ Playbooks → KOI Ext Hunting - MCP Server Audit → Run.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59536" y="33055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30555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run KOI Ext Hunting - Hunt Sweep.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59536" y="36347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363474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Optionally set hunt_set and min_risk.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59536" y="39639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152144" y="396392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War Room match table.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315200" y="2446020"/>
            <a:ext cx="4297680" cy="2336292"/>
          </a:xfrm>
          <a:prstGeom prst="roundRect">
            <a:avLst>
              <a:gd name="adj" fmla="val 1957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626096" y="262890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626096" y="29763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918704" y="297637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audit lists MCP servers at or above the threshold.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626096" y="34930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18704" y="3493008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sweep runs its hunts and investigates what it finds.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626096" y="40096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7918704" y="4009644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candidates are routed to an analyst gate, never blocked automatically.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Runner — refresh the tracker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1769364"/>
          </a:xfrm>
          <a:prstGeom prst="roundRect">
            <a:avLst>
              <a:gd name="adj" fmla="val 2584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Ext Script Runner - Refresh Job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Ext Script Runner - Refresh Entry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139696" y="1856232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86000" y="1856232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KoiScanTracker  (our automation — not the KOI script)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139696" y="2080260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286000" y="2080260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List: Koi Script Runner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086600" y="1408176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REST API integration instance configured  ← the one people miss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940296" y="181965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086600" y="1819656"/>
            <a:ext cx="43434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KOI deployment script — download it from YOUR KOI console, then upload it to Action Center → Scripts Library. This is KOI's script, not a Cortex one. It must take no parameters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940296" y="2418588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086600" y="2418588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endpoint group — tag the agents, then use a dynamic group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940296" y="264261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086600" y="264261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Koi Script Runner List created (step 1)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8640" y="3232404"/>
            <a:ext cx="6400800" cy="3351276"/>
          </a:xfrm>
          <a:prstGeom prst="roundRect">
            <a:avLst>
              <a:gd name="adj" fmla="val 13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9536" y="341528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59536" y="37627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152144" y="3762756"/>
            <a:ext cx="5486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Object Setup → Lists → New List, type JSON, named exactly Koi Script Runner.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59536" y="427939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152144" y="4279392"/>
            <a:ext cx="54864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Lists/README.md in the pack and copy the JSON block — it is formatted ready to paste (do NOT copy from list-Koi_Script_Runner.json; its data field is escaped).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859536" y="498348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1152144" y="4983480"/>
            <a:ext cx="5486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two things only: endpoint_groups (your group) and script.name (the KOI script exactly as it appears in Action Center). One entry per OS.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859536" y="550011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1152144" y="5500116"/>
            <a:ext cx="5486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 — tracker_list, rescan_interval_hours, max_endpoints — already has working defaults.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859536" y="601675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1152144" y="6016752"/>
            <a:ext cx="5486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→ Jobs → New Job, time-triggered, playbook KOI Ext Script Runner - Refresh Job. Enable it, then Run now.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7315200" y="3232404"/>
            <a:ext cx="4297680" cy="3351276"/>
          </a:xfrm>
          <a:prstGeom prst="roundRect">
            <a:avLst>
              <a:gd name="adj" fmla="val 1364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626096" y="3415284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626096" y="37627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7918704" y="3762756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tracker List appears under Lists, named as in your entry.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7626096" y="427939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7918704" y="427939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fills with one row per endpoint: an id and a last-scan value.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7626096" y="47960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7918704" y="4796028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Re-running adds new endpoints without disturbing existing rows.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Runner — scan due endpoints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1207008"/>
          </a:xfrm>
          <a:prstGeom prst="roundRect">
            <a:avLst>
              <a:gd name="adj" fmla="val 3788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Ext Script Runner - Scan Job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Ext Script Runner - Process Config Entry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139696" y="1856232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86000" y="1856232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Ext Script Runner - Execute Endpoint Script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139696" y="2080260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286000" y="2080260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KoiScanTracker  (our automation)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8 passing — the tracker List has rows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9402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086600" y="1632204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agents in the group, matching the entry's endpoint_os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2670048"/>
            <a:ext cx="6400800" cy="3557016"/>
          </a:xfrm>
          <a:prstGeom prst="roundRect">
            <a:avLst>
              <a:gd name="adj" fmla="val 1285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9536" y="28529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59536" y="320040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200400"/>
            <a:ext cx="5486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→ Jobs → New Job → time-triggered → playbook KOI Ext Script Runner - Scan Job.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59536" y="371703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371703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the Job, then Run now.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59536" y="404622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152144" y="404622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run, then check Action Center.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59536" y="437540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152144" y="437540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a second time immediately.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315200" y="2670048"/>
            <a:ext cx="4297680" cy="3557016"/>
          </a:xfrm>
          <a:prstGeom prst="roundRect">
            <a:avLst>
              <a:gd name="adj" fmla="val 1285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26096" y="285292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626096" y="320040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18704" y="320040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script is dispatched to due, connected endpoints.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626096" y="371703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7918704" y="3717036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Those endpoints get a last-scan timestamp in the tracker.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7626096" y="42336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7918704" y="423367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and wrong-OS endpoints stay due and retry later.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7626096" y="47503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7918704" y="4750308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 run does nothing — all inside the rescan interval.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7626096" y="52669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7918704" y="5266944"/>
            <a:ext cx="338328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SKIPPED entry means nothing was due; a STILL RUNNING entry means Action Center is finishing on its own. Both are normal and send no email.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fields and layout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982980"/>
          </a:xfrm>
          <a:prstGeom prst="roundRect">
            <a:avLst>
              <a:gd name="adj" fmla="val 4651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408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CONTENT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1396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KOI incident fields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396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Supply Chain Alert incident type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139696" y="1856232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86000" y="1856232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layout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69280" y="1408176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SETUP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940296" y="1408176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86600" y="1408176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4 passing — triage has run on an alert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940296" y="1632204"/>
            <a:ext cx="128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086600" y="1632204"/>
            <a:ext cx="4343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incident type and layout installed with this pack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2446020"/>
            <a:ext cx="6400800" cy="2336292"/>
          </a:xfrm>
          <a:prstGeom prst="roundRect">
            <a:avLst>
              <a:gd name="adj" fmla="val 1957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9536" y="26289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59536" y="29763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52144" y="297637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 alert that triage has processed.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59536" y="33055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152144" y="330555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its type is KOI Supply Chain Alert.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59536" y="36347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52144" y="363474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KOI Alert tab.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0" y="2446020"/>
            <a:ext cx="4297680" cy="2336292"/>
          </a:xfrm>
          <a:prstGeom prst="roundRect">
            <a:avLst>
              <a:gd name="adj" fmla="val 1957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26096" y="262890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626096" y="297637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918704" y="297637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KOI fields are populated on the alert itself.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626096" y="34930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918704" y="3493008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are grouped: item, risk and verdict, affected host, governance, summary.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626096" y="40096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918704" y="4009644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analyst sees the picture without opening the War Room.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-3108960"/>
            <a:ext cx="4389120" cy="4389120"/>
          </a:xfrm>
          <a:prstGeom prst="ellipse">
            <a:avLst/>
          </a:prstGeom>
          <a:solidFill>
            <a:srgbClr val="3FB950">
              <a:alpha val="7000"/>
            </a:srgbClr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SIGN-OFF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line of evidence per test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5349240" cy="603504"/>
          </a:xfrm>
          <a:prstGeom prst="roundRect">
            <a:avLst>
              <a:gd name="adj" fmla="val 757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160934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609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25296" y="1627632"/>
            <a:ext cx="4453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returns Success; inventory returns rows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194560"/>
            <a:ext cx="5349240" cy="603504"/>
          </a:xfrm>
          <a:prstGeom prst="roundRect">
            <a:avLst>
              <a:gd name="adj" fmla="val 757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9808" y="234086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23408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25296" y="2359152"/>
            <a:ext cx="4453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koi_koi_raw grows; promoted fields are populated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2926080"/>
            <a:ext cx="5349240" cy="603504"/>
          </a:xfrm>
          <a:prstGeom prst="roundRect">
            <a:avLst>
              <a:gd name="adj" fmla="val 757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49808" y="307238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30723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25296" y="3090672"/>
            <a:ext cx="4453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 alerts far below raw rows; dashboard matches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3657600"/>
            <a:ext cx="5349240" cy="603504"/>
          </a:xfrm>
          <a:prstGeom prst="roundRect">
            <a:avLst>
              <a:gd name="adj" fmla="val 757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9808" y="380390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9808" y="38039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25296" y="3822192"/>
            <a:ext cx="4453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verdict is reached; low risk auto-closes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4389120"/>
            <a:ext cx="5349240" cy="603504"/>
          </a:xfrm>
          <a:prstGeom prst="roundRect">
            <a:avLst>
              <a:gd name="adj" fmla="val 757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49808" y="453542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9808" y="45354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225296" y="4553712"/>
            <a:ext cx="4453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 shows exposure and both governance counts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263640" y="1463040"/>
            <a:ext cx="5349240" cy="603504"/>
          </a:xfrm>
          <a:prstGeom prst="roundRect">
            <a:avLst>
              <a:gd name="adj" fmla="val 757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64808" y="160934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64808" y="1609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40296" y="1627632"/>
            <a:ext cx="4453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parks on approval; blocklist untouched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263640" y="2194560"/>
            <a:ext cx="5349240" cy="603504"/>
          </a:xfrm>
          <a:prstGeom prst="roundRect">
            <a:avLst>
              <a:gd name="adj" fmla="val 757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64808" y="234086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64808" y="23408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940296" y="2359152"/>
            <a:ext cx="4453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audit returns servers; hunt sweep completes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263640" y="2926080"/>
            <a:ext cx="5349240" cy="603504"/>
          </a:xfrm>
          <a:prstGeom prst="roundRect">
            <a:avLst>
              <a:gd name="adj" fmla="val 757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64808" y="307238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64808" y="30723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940296" y="3090672"/>
            <a:ext cx="4453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Tracker List is created and fills with endpoints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263640" y="3657600"/>
            <a:ext cx="5349240" cy="603504"/>
          </a:xfrm>
          <a:prstGeom prst="roundRect">
            <a:avLst>
              <a:gd name="adj" fmla="val 757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64808" y="380390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64808" y="38039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940296" y="3822192"/>
            <a:ext cx="4453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marks only due, connected endpoints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263640" y="4389120"/>
            <a:ext cx="5349240" cy="603504"/>
          </a:xfrm>
          <a:prstGeom prst="roundRect">
            <a:avLst>
              <a:gd name="adj" fmla="val 757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464808" y="453542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64808" y="45354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6940296" y="4553712"/>
            <a:ext cx="4453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KOI fields populated on the alert layout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548640" y="5394960"/>
            <a:ext cx="11064240" cy="731520"/>
          </a:xfrm>
          <a:prstGeom prst="roundRect">
            <a:avLst>
              <a:gd name="adj" fmla="val 6250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59536" y="55961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ten green — the extension is ready for production use.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548640" y="62636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Considering the custom KOI integration instead? See the deployment comparison for what differs.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KOI Content Extension — Test Guide</dc:title>
  <dc:subject>PptxGenJS Presentation</dc:subject>
  <dc:creator>Cortex XSIAM</dc:creator>
  <cp:lastModifiedBy>Cortex XSIAM</cp:lastModifiedBy>
  <cp:revision>1</cp:revision>
  <dcterms:created xsi:type="dcterms:W3CDTF">2026-07-26T07:16:04Z</dcterms:created>
  <dcterms:modified xsi:type="dcterms:W3CDTF">2026-07-26T07:16:04Z</dcterms:modified>
</cp:coreProperties>
</file>