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pack ships content only. The integration comes from the Marketplace KOI pack and must be installed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377440"/>
            <a:ext cx="5852160" cy="5852160"/>
          </a:xfrm>
          <a:prstGeom prst="ellipse">
            <a:avLst/>
          </a:prstGeom>
          <a:solidFill>
            <a:srgbClr val="E8551F">
              <a:alpha val="10000"/>
            </a:srgbClr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CONTENT EXTENSION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26517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Guide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48640" y="361188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tests for the content built on the Marketplace KOI integration — with the setup each one needs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406908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anyone comfortable in the Cortex XSIAM console. No content development required.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1.3.0  ·  requires the Marketplace KOI pack  · 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ships in this extension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60020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600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43584" y="153619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&amp; modeling rules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937760" y="155448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 KOI events and map them to the Cortex Data Model. The Marketplace pack ships none.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19456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237744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377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43584" y="231343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dashboard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37760" y="233172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Ready-made view of KOI alert activity.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97180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315468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6384" y="3154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43584" y="30906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fields, type &amp; layout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37760" y="310896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KOI fields written onto each alert and shown in a purpose-built layout.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74904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393192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43584" y="38679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&amp; investigation playbooks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37760" y="388620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playbooks: triage, item and device investigation, enrichment, gated response.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52628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6384" y="470916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6384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243584" y="464515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Hunting playbooks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46634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playbooks: MCP server audit, hunt sweep, and its investigation sub-playbook.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530352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86384" y="548640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6384" y="5486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243584" y="542239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playbooks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937760" y="544068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playbooks plus the KoiScanTracker automation — run KOI scripts fleet-wide.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48640" y="6172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integration itself is NOT in this pack — it comes from the Marketplace KOI pack, which must be installed first.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THIS GUIDE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test is laid out the same way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05200" cy="2286000"/>
          </a:xfrm>
          <a:prstGeom prst="roundRect">
            <a:avLst>
              <a:gd name="adj" fmla="val 200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91640"/>
            <a:ext cx="295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295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content items that must be on the tenant for this test — playbooks, automations, rules, Lists. Useful if you upload the pack piece by piece rather than in one go.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28160" y="1463040"/>
            <a:ext cx="3505200" cy="2286000"/>
          </a:xfrm>
          <a:prstGeom prst="roundRect">
            <a:avLst>
              <a:gd name="adj" fmla="val 20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02480" y="1691640"/>
            <a:ext cx="295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602480" y="2057400"/>
            <a:ext cx="295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configure yourself: integration instances, an endpoint group, a script in Action Center, the configuration List.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07680" y="1463040"/>
            <a:ext cx="3505200" cy="2286000"/>
          </a:xfrm>
          <a:prstGeom prst="roundRect">
            <a:avLst>
              <a:gd name="adj" fmla="val 200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82000" y="1691640"/>
            <a:ext cx="295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 +  WHAT TO EXPECT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382000" y="2057400"/>
            <a:ext cx="295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click, in order, in the Cortex XSIAM console — and what a passing test looks like. Anything to paste is shown in monospace.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950208"/>
            <a:ext cx="11064240" cy="1874520"/>
          </a:xfrm>
          <a:prstGeom prst="roundRect">
            <a:avLst>
              <a:gd name="adj" fmla="val 2439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4114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the pack, or uploading piece by piece?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59536" y="4434840"/>
            <a:ext cx="10442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whole pack and every playbook, automation, rule and the Koi Script Runner List are already on the tenant — nothing to upload. If you upload selectively instead, the PACK CONTENT column on each test is your upload checklist for that test.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59536" y="5029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them in order the first time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5349240"/>
            <a:ext cx="10442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 to 3 prove data is arriving and correct. Tests 4 to 7 prove the automation. Tests 8 and 9 prove fleet script execution — the only ones needing the Core REST API integration. Test 10 is the alert layout. Nothing here needs a Cortex XDR integration: XSIAM is the XDR, and its XQL engine is built in.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test lists its own prerequisites — set those up first and the test runs straight through.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BEGIN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this pack depends on, and where to set it up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22960" y="132588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840480" y="132588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in XSIAM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0" y="13258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Needed for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1609344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70078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KOI pack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0" y="170078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→ search KOI → Install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0" y="170078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— it holds the integration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029968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12140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API key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840480" y="212140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console → Settings → API Access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0" y="212140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1-7, 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2450592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254203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integration instance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840480" y="254203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Data Sources → Add → KOI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0" y="254203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1-7, 10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871216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296265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egress IP KOI accepts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840480" y="296265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instance on a Cortex engine if needed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0" y="296265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1-7, 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338328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REST API instance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840480" y="338328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Data Sources → Add → Core REST API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0" y="33832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8-9 only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3712464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380390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 in Action Center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840480" y="380390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Center → Scripts Library → upload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72400" y="38039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8-9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48640" y="4133088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422452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endpoint group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840480" y="4224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→ tag agents, then Endpoint Groups → dynamic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772400" y="422452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8-9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8640" y="4553712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464515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"Koi Script Runner" JSON List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3840480" y="464515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Object Setup → Lists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72400" y="464515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8-9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553212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86384" y="576072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86384" y="5760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1243584" y="56509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 set up before anything else. The Marketplace KOI pack must be installed first — this extension ships content only, no integration. The Core REST API instance is needed for tests 8 and 9, where the Script Runner reads endpoint groups through it.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and authorisation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758952"/>
          </a:xfrm>
          <a:prstGeom prst="roundRect">
            <a:avLst>
              <a:gd name="adj" fmla="val 602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integration (from the Marketplace KOI pack)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KOI pack installed (it holds the integration)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KOI API key from the KOI console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221992"/>
            <a:ext cx="6400800" cy="2432304"/>
          </a:xfrm>
          <a:prstGeom prst="roundRect">
            <a:avLst>
              <a:gd name="adj" fmla="val 188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2404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953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52144" y="275234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Data Sources → Add an instance → search KOI.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953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308152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 URL:  https://api.prod.koi.security/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59536" y="34107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41071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API key, click Test, then Save.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7398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73989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CLI on any incident and run: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40690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406908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!koi-inventory-list limit=5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315200" y="2221992"/>
            <a:ext cx="4297680" cy="2432304"/>
          </a:xfrm>
          <a:prstGeom prst="roundRect">
            <a:avLst>
              <a:gd name="adj" fmla="val 188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26096" y="24048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62609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27523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returns Success.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62609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308152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command returns a table of inventory items.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collection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758952"/>
          </a:xfrm>
          <a:prstGeom prst="roundRect">
            <a:avLst>
              <a:gd name="adj" fmla="val 602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integration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KoiContentExtension Parsing Rule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866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events enabled on the KOI instance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2221992"/>
            <a:ext cx="6400800" cy="2432304"/>
          </a:xfrm>
          <a:prstGeom prst="roundRect">
            <a:avLst>
              <a:gd name="adj" fmla="val 188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9536" y="2404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5953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275234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the KOI instance and tick Fetch events, then Save.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5953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08152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for two collection cycles.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4107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41071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Query Builder and run: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7398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73989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= koi_koi_raw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59536" y="40690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406908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comp count() as rows by source_log_type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315200" y="2221992"/>
            <a:ext cx="4297680" cy="2432304"/>
          </a:xfrm>
          <a:prstGeom prst="roundRect">
            <a:avLst>
              <a:gd name="adj" fmla="val 188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26096" y="24048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62609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27523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appear under Alerts, Audit, or both.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08152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grow between cycles.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4107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41071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such as item_id and marketplace are populated — this pack's parsing rule does that.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alerts correctly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758952"/>
          </a:xfrm>
          <a:prstGeom prst="roundRect">
            <a:avLst>
              <a:gd name="adj" fmla="val 602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KoiContentExtension Parsing Rule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alerts dashboard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 passing — events present in koi_koi_raw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221992"/>
            <a:ext cx="6400800" cy="2619756"/>
          </a:xfrm>
          <a:prstGeom prst="roundRect">
            <a:avLst>
              <a:gd name="adj" fmla="val 174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2404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953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52144" y="275234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Query Builder run: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953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308152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= koi_koi_raw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59536" y="34107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41071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filter source_log_type = "Alerts"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59536" y="37398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739896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comp count() as rows, count_distinct(koi_notification_id) as real_alerts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59536" y="425653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425653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open the KOI Alerts Dashboard and compare.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0" y="2221992"/>
            <a:ext cx="4297680" cy="2619756"/>
          </a:xfrm>
          <a:prstGeom prst="roundRect">
            <a:avLst>
              <a:gd name="adj" fmla="val 174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26096" y="24048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62609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27523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is far larger than real_alerts.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62609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308152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alert counts match real_alerts, not rows.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5981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59816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stay stable as fetches repeat.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triage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982980"/>
          </a:xfrm>
          <a:prstGeom prst="roundRect">
            <a:avLst>
              <a:gd name="adj" fmla="val 4651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IR - Alert Triage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IR - Extract Alert Context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KOI incident fields + incident type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KOI alert in XSIAM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446020"/>
            <a:ext cx="6400800" cy="2665476"/>
          </a:xfrm>
          <a:prstGeom prst="roundRect">
            <a:avLst>
              <a:gd name="adj" fmla="val 171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" y="26289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953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297637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KOI alert.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3055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the triage playbook, or run: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6347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6347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!setPlaybook playbookId="KOI Ext IR - Alert Triage"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59536" y="39639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39639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Work Plan, then read the War Room.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315200" y="2446020"/>
            <a:ext cx="4297680" cy="2665476"/>
          </a:xfrm>
          <a:prstGeom prst="roundRect">
            <a:avLst>
              <a:gd name="adj" fmla="val 171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26096" y="26289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62609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2976372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extracted from the alert payload.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30555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verdict is posted: Malicious, Suspicious or Benign.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8221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82219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risk auto-closes; critical and high escalate.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626096" y="43388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918704" y="433882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19 KOI alert fields are written onto the alert.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and device investigation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1170432"/>
          </a:xfrm>
          <a:prstGeom prst="roundRect">
            <a:avLst>
              <a:gd name="adj" fmla="val 390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IR - Investigate Item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IR - Investigate Device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IR - Enrich Item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item id and its marketplace, and a hostname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402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86600" y="1856232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— the XQL engine XSIAM uses for execution evidence is built in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633472"/>
            <a:ext cx="6400800" cy="2852928"/>
          </a:xfrm>
          <a:prstGeom prst="roundRect">
            <a:avLst>
              <a:gd name="adj" fmla="val 160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28163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9536" y="31638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1638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Playbooks → KOI Ext IR - Investigate Item → Run.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4930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49300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item_id and marketplace.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38221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38221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with KOI Ext IR - Investigate Device and a hostname.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315200" y="2633472"/>
            <a:ext cx="4297680" cy="2852928"/>
          </a:xfrm>
          <a:prstGeom prst="roundRect">
            <a:avLst>
              <a:gd name="adj" fmla="val 160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26096" y="281635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626096" y="31638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316382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investigation summary with organisation exposure.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68046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68046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governance counts — on blocklist AND on allowlist.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41970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419709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device view lists what KOI inventoried on that host.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626096" y="471373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918704" y="471373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Cortex XDR present, execution evidence is added.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Gated response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982980"/>
          </a:xfrm>
          <a:prstGeom prst="roundRect">
            <a:avLst>
              <a:gd name="adj" fmla="val 4651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IR - Block and Remediate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IR - Investigate Item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866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item id and marketplace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9402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to approve a task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446020"/>
            <a:ext cx="6400800" cy="2478024"/>
          </a:xfrm>
          <a:prstGeom prst="roundRect">
            <a:avLst>
              <a:gd name="adj" fmla="val 184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" y="26289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953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297637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Playbooks → KOI Ext IR - Block and Remediate → Run.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3055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item_id and marketplace.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6347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6347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pending approval task and read it.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39639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39639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or leave it pending.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315200" y="2446020"/>
            <a:ext cx="4297680" cy="2478024"/>
          </a:xfrm>
          <a:prstGeom prst="roundRect">
            <a:avLst>
              <a:gd name="adj" fmla="val 184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26096" y="26289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62609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2976372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 PARKS on an approval task and waits.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30555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approval shows the investigation and governance state.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8221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82219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reaches the blocklist until a human approves.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626096" y="43388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918704" y="433882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item already blocked short-circuits.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hunting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982980"/>
          </a:xfrm>
          <a:prstGeom prst="roundRect">
            <a:avLst>
              <a:gd name="adj" fmla="val 4651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Hunting - MCP Server Audit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Hunting - Hunt Sweep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Hunting - Hunt Match Investigation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6322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— the hunt sweep queries xdr_data, which XSIAM holds natively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446020"/>
            <a:ext cx="6400800" cy="2336292"/>
          </a:xfrm>
          <a:prstGeom prst="roundRect">
            <a:avLst>
              <a:gd name="adj" fmla="val 1957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" y="26289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953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297637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Playbooks → KOI Ext Hunting - MCP Server Audit → Run.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3055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run KOI Ext Hunting - Hunt Sweep.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6347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6347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Optionally set hunt_set and min_risk.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39639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39639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War Room match table.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315200" y="2446020"/>
            <a:ext cx="4297680" cy="2336292"/>
          </a:xfrm>
          <a:prstGeom prst="roundRect">
            <a:avLst>
              <a:gd name="adj" fmla="val 1957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26096" y="26289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62609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297637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lists MCP servers at or above the threshold.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4930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49300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sweep runs its hunts and investigates what it finds.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40096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400964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candidates are routed to an analyst gate, never blocked automatically.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8 AND 9 — PREPARE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Runner: everything this use case needs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5943600" cy="2788920"/>
          </a:xfrm>
          <a:prstGeom prst="roundRect">
            <a:avLst>
              <a:gd name="adj" fmla="val 163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 — all of it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22960" y="1755648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playbooks — import child before parent: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" y="201168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KOI Ext Script Runner - Execute Endpoint Script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32688" y="2235708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KOI Ext Script Runner - Process Config Entry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32688" y="245973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KOI Ext Script Runner - Refresh Entry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32688" y="2683764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KOI Ext Script Runner - Refresh Job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32688" y="2907792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KOI Ext Script Runner - Scan Job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32004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32688" y="3419856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KoiScanTracker — an automation, not a playbook, and separate from the KOI deployment script opposite. Manual import takes one file: Packs/KoiContentExtension/dist/automation-KoiScanTracker.yml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858000" y="1298448"/>
            <a:ext cx="4754880" cy="2788920"/>
          </a:xfrm>
          <a:prstGeom prst="roundRect">
            <a:avLst>
              <a:gd name="adj" fmla="val 1639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0" y="1463040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168896" y="17739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461504" y="177393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REST API integration instance — the Refresh job reads endpoint groups through it.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168896" y="22905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461504" y="2290572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KOI deployment script in Action Center → Scripts Library. Download it from YOUR KOI console; it is KOI's script, not a Cortex one, and must take no parameters.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168896" y="31821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461504" y="3182112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endpoint group — tag the agents, then build a dynamic group on that tag.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4187952"/>
            <a:ext cx="11064240" cy="2395728"/>
          </a:xfrm>
          <a:prstGeom prst="roundRect">
            <a:avLst>
              <a:gd name="adj" fmla="val 190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9536" y="43891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this once, before tests 8 and 9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59536" y="47365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52144" y="4736592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the whole pack? All of the above is already on the tenant — go straight to test 8.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59536" y="506577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152144" y="5065776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Uploading selectively? Automation → Playbooks → Import for the five playbooks, in the order listed.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59536" y="539496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1152144" y="5394960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Scripts → Import → Packs/KoiContentExtension/dist/automation-KoiScanTracker.yml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59536" y="57241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152144" y="5724144"/>
            <a:ext cx="10149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Object Setup → Lists → New List, type JSON, named exactly Koi Script Runner. Paste the block from Packs/KoiContentExtension/Lists/README.md.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59536" y="62407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152144" y="6240780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two things in that List: endpoint_groups and script.name. One entry per OS; the rest has working defaults.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— refresh the tracker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1207008"/>
          </a:xfrm>
          <a:prstGeom prst="roundRect">
            <a:avLst>
              <a:gd name="adj" fmla="val 3788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Script Runner - Refresh Job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Script Runner - Refresh Entry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KoiScanTracker  (automation)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139696" y="2080260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86000" y="2080260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List: Koi Script Runner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on the previous slide is in place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670048"/>
            <a:ext cx="6400800" cy="2336292"/>
          </a:xfrm>
          <a:prstGeom prst="roundRect">
            <a:avLst>
              <a:gd name="adj" fmla="val 1957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" y="28529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9536" y="32004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200400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Jobs → New Job, time-triggered, playbook KOI Ext Script Runner - Refresh Job.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7170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71703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the Job, then use Run now.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315200" y="2670048"/>
            <a:ext cx="4297680" cy="2336292"/>
          </a:xfrm>
          <a:prstGeom prst="roundRect">
            <a:avLst>
              <a:gd name="adj" fmla="val 1957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26096" y="28529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626096" y="32004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918704" y="320040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tracker List appears under Lists, named as in your entry.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626096" y="37170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371703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fills with one row per endpoint: an id and a last-scan value.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626096" y="42336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423367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Re-running adds new endpoints without disturbing existing rows.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— scan due endpoints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1207008"/>
          </a:xfrm>
          <a:prstGeom prst="roundRect">
            <a:avLst>
              <a:gd name="adj" fmla="val 3788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Script Runner - Scan Job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Script Runner - Process Config Entry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Script Runner - Execute Endpoint Script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139696" y="2080260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86000" y="2080260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KoiScanTracker  (our automation)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8 passing — the tracker List has rows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86600" y="16322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agents in the group, matching the entry's endpoint_os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670048"/>
            <a:ext cx="6400800" cy="3557016"/>
          </a:xfrm>
          <a:prstGeom prst="roundRect">
            <a:avLst>
              <a:gd name="adj" fmla="val 128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28529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9536" y="32004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200400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Jobs → New Job → time-triggered → playbook KOI Ext Script Runner - Scan Job.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7170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71703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the Job, then Run now.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404622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404622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run, then check Action Center.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59536" y="437540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152144" y="437540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a second time immediately.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315200" y="2670048"/>
            <a:ext cx="4297680" cy="3557016"/>
          </a:xfrm>
          <a:prstGeom prst="roundRect">
            <a:avLst>
              <a:gd name="adj" fmla="val 128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26096" y="28529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626096" y="32004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20040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script is dispatched to due, connected endpoints.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7170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71703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endpoints get a last-scan timestamp in the tracker.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626096" y="42336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918704" y="423367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and wrong-OS endpoints stay due and retry later.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7626096" y="47503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918704" y="475030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run does nothing — all inside the rescan interval.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7626096" y="52669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7918704" y="5266944"/>
            <a:ext cx="33832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SKIPPED entry means nothing was due; a STILL RUNNING entry means Action Center is finishing on its own. Both are normal and send no email.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fields and layout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982980"/>
          </a:xfrm>
          <a:prstGeom prst="roundRect">
            <a:avLst>
              <a:gd name="adj" fmla="val 4651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KOI incident fields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Supply Chain Alert incident type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layout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4 passing — triage has run on an alert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incident type and layout installed with this pack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446020"/>
            <a:ext cx="6400800" cy="2336292"/>
          </a:xfrm>
          <a:prstGeom prst="roundRect">
            <a:avLst>
              <a:gd name="adj" fmla="val 1957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" y="26289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953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297637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 alert that triage has processed.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3055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its type is KOI Supply Chain Alert.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6347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6347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KOI Alert tab.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0" y="2446020"/>
            <a:ext cx="4297680" cy="2336292"/>
          </a:xfrm>
          <a:prstGeom prst="roundRect">
            <a:avLst>
              <a:gd name="adj" fmla="val 1957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26096" y="26289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62609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297637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KOI fields are populated on the alert itself.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626096" y="34930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349300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grouped: item, risk and verdict, affected host, governance, summary.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40096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400964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analyst sees the picture without opening the War Room.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3108960"/>
            <a:ext cx="4389120" cy="4389120"/>
          </a:xfrm>
          <a:prstGeom prst="ellipse">
            <a:avLst/>
          </a:prstGeom>
          <a:solidFill>
            <a:srgbClr val="3FB950">
              <a:alpha val="7000"/>
            </a:srgbClr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of evidence per test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60934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609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25296" y="162763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returns Success; inventory returns rows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19456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234086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25296" y="235915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koi_koi_raw grows; promoted fields are populated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92608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9808" y="307238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3072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25296" y="309067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alerts far below raw rows; dashboard matches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65760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9808" y="380390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3803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25296" y="382219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verdict is reached; low risk auto-closes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438912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9808" y="453542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45354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25296" y="455371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 shows exposure and both governance counts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263640" y="146304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64808" y="160934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64808" y="1609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40296" y="162763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parks on approval; blocklist untouched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63640" y="219456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64808" y="234086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64808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940296" y="235915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audit returns servers; hunt sweep completes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263640" y="292608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64808" y="307238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64808" y="3072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40296" y="309067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Tracker List is created and fills with endpoints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263640" y="365760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64808" y="380390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64808" y="3803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940296" y="382219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marks only due, connected endpoints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63640" y="438912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64808" y="453542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64808" y="45354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940296" y="455371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KOI fields populated on the alert layout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548640" y="5394960"/>
            <a:ext cx="11064240" cy="731520"/>
          </a:xfrm>
          <a:prstGeom prst="roundRect">
            <a:avLst>
              <a:gd name="adj" fmla="val 625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59536" y="55961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ten green — the extension is ready for production use.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Considering the custom KOI integration instead? See the deployment comparison for what differs.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KOI Content Extension — Test Guide</dc:title>
  <dc:subject>PptxGenJS Presentation</dc:subject>
  <dc:creator>Cortex XSIAM</dc:creator>
  <cp:lastModifiedBy>Cortex XSIAM</cp:lastModifiedBy>
  <cp:revision>1</cp:revision>
  <dcterms:created xsi:type="dcterms:W3CDTF">2026-07-26T08:28:28Z</dcterms:created>
  <dcterms:modified xsi:type="dcterms:W3CDTF">2026-07-26T08:28:28Z</dcterms:modified>
</cp:coreProperties>
</file>