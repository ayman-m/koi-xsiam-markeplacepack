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pack ships content only. The integration comes from the Marketplace KOI pack and must be installed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EXTENSION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tests for the content built on the Marketplace KOI integration — with the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1.3.0  ·  requires the Marketplace KOI pack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this extension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6002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5361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 The Marketplace pack ships none.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37744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3134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1546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fields, type &amp; layout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written onto each alert and shown in a purpose-built layout.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9319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867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8862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playbooks: triage, item and device investigation, enrichment,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70916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6634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playbooks: MCP server audit, hunt sweep, and its investigation sub-playbook.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3035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54864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5486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54223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itself is NOT in this pack — it comes from the Marketplace KOI pack, which must be installed first.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11064240" cy="1874520"/>
          </a:xfrm>
          <a:prstGeom prst="roundRect">
            <a:avLst>
              <a:gd name="adj" fmla="val 24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34840"/>
            <a:ext cx="10442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whole pack and every playbook, automation, rule and the Koi Script Runner List are already on the tenant — nothing to upload. If you upload selectively instead, the PACK CONTENT column on each test is your upload checklist for that test.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349240"/>
            <a:ext cx="10442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3 prove data is arriving and correct. Tests 4 to 7 prove the automation. Tests 8 and 9 prove fleet script execution — the only ones needing the Core REST API integration. Test 10 is the alert layout.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this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325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0934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0" y="17007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→ search KOI → Install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17007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it holds the integration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2996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214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21214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45059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542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5420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71216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96265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40480" y="2962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3832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3383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 only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1246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803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38039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38039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13308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2245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840480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→ tag agents, then Endpoint Groups → dynamic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55371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6451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0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set up before anything else. The Marketplace KOI pack must be installed first — this extension ships content only, no integration. The Core REST API instance is needed for tests 8 and 9, where the Script Runner reads endpoint groups through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(from the Marketplace KOI pack)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 installed (it holds the integration)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from the KOI console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click Test,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inventory items.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events, then Save.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Query Builder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41071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 and marketplace are populated — this pack's parsing rule does that.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alerts correctly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 run: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count_distinct(koi_notification_id) as real_alerts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the KOI Alerts Dashboard and compare.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far larger than real_alerts.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alert counts match real_alerts, not rows.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 + incident type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Ext IR - Alert Triage"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 from the alert payload.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 KOI alert fields are written onto the alert.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70432"/>
          </a:xfrm>
          <a:prstGeom prst="roundRect">
            <a:avLst>
              <a:gd name="adj" fmla="val 390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hostname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XQL engine XSIAM uses for execution evidence is built 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3347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1638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Investigate Item → Run.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4930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22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Ext IR - Investigate Device and a hostname.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63347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8163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1638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organisation exposure.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6804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6804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197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1970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view lists what KOI inventoried on that host.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713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7137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Cortex XDR present, execution evidence is added.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478024"/>
          </a:xfrm>
          <a:prstGeom prst="roundRect">
            <a:avLst>
              <a:gd name="adj" fmla="val 18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478024"/>
          </a:xfrm>
          <a:prstGeom prst="roundRect">
            <a:avLst>
              <a:gd name="adj" fmla="val 18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investigation and governance state.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Sweep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Match Investigation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hunt sweep queries xdr_data, which XSIAM holds natively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Hunting - MCP Server Audit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 KOI Ext Hunting - Hunt Sweep.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hunt_set and min_risk.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match table.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lists MCP servers at or above the threshold.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runs its hunts and investigates what it finds.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candidates are routed to an analyst gate, never blocked automatically.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 AND 9 — PREPARE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Runner: everything this use case needs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5943600" cy="2788920"/>
          </a:xfrm>
          <a:prstGeom prst="roundRect">
            <a:avLst>
              <a:gd name="adj" fmla="val 163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 — all of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1755648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— import child before parent: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011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KOI Ext Script Runner - Execute Endpoint Script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2357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KOI Ext Script Runner - Process Config Entry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2459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KOI Ext Script Runner - Refresh Entry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6837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KOI Ext Script Runner - Refresh Job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KOI Ext Script Runner - Scan Job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4198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— an automation, not a playbook. Ours, and different from the KOI deployment script opposite. Manual upload takes exactly one file: dist/automation-KoiScanTracker.yml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298448"/>
            <a:ext cx="4754880" cy="2788920"/>
          </a:xfrm>
          <a:prstGeom prst="roundRect">
            <a:avLst>
              <a:gd name="adj" fmla="val 16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463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68896" y="17739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61504" y="1773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— the Refresh job reads endpoint groups through it.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68896" y="22905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61504" y="22905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in Action Center → Scripts Library. Download it from YOUR KOI console; it is KOI's script, not a Cortex one, and must take no parameters.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68896" y="31821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46150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build a dynamic group on that tag.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87952"/>
            <a:ext cx="11064240" cy="2395728"/>
          </a:xfrm>
          <a:prstGeom prst="roundRect">
            <a:avLst>
              <a:gd name="adj" fmla="val 190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once, before tests 8 and 9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9536" y="47365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2144" y="473659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pack? All of the above is already on the tenant — go straight to test 8.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9536" y="50657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52144" y="5065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selectively? Automation → Playbooks → Import for the five playbooks, in the order listed.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9536" y="5394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52144" y="539496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→ dist/automation-KoiScanTracker.yml. Open it first and you will see the Python inside it.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9536" y="57241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52144" y="572414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Scripts/KoiScanTracker/KoiScanTracker.yml — that file reads script: '-' on purpose and would import an empty automation.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9536" y="60533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52144" y="6053328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 Paste the block from Lists/README.md.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59536" y="6382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52144" y="638251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in that List: endpoint_groups and script.name. One entry per OS; the rest has working defaults.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(automation)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previous slide is in place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70048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Ext Script Runner - Refresh Job.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670048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Ext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 wrong-OS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all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 and layout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Supply Chain Alert incident type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layout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 passing — triage has run on an alert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incident type and layout installed with this pack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alert that triage has processed.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its type is KOI Supply Chain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KOI Alert tab.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are populated on the alert itself.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grouped: item, risk and verdict, affected host, governance, summary.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sees the picture without opening the War Room.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inventory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grows; promoted fields are populated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rows; dashboard matches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exposure and both governance counts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0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servers; hunt sweep completes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populated on the alert layout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" y="5596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green — the extension is ready for production use.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Considering the custom KOI integration instead? See the deployment comparison for what differs.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Extension — Test Guide</dc:title>
  <dc:subject>PptxGenJS Presentation</dc:subject>
  <dc:creator>Cortex XSIAM</dc:creator>
  <cp:lastModifiedBy>Cortex XSIAM</cp:lastModifiedBy>
  <cp:revision>1</cp:revision>
  <dcterms:created xsi:type="dcterms:W3CDTF">2026-07-26T08:19:09Z</dcterms:created>
  <dcterms:modified xsi:type="dcterms:W3CDTF">2026-07-26T08:19:09Z</dcterms:modified>
</cp:coreProperties>
</file>